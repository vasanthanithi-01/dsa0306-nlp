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61" r:id="rId4"/>
    <p:sldId id="260" r:id="rId5"/>
    <p:sldId id="271" r:id="rId6"/>
    <p:sldId id="272" r:id="rId7"/>
    <p:sldId id="263" r:id="rId8"/>
    <p:sldId id="262" r:id="rId9"/>
    <p:sldId id="264" r:id="rId10"/>
    <p:sldId id="265" r:id="rId11"/>
    <p:sldId id="273" r:id="rId12"/>
    <p:sldId id="275" r:id="rId13"/>
    <p:sldId id="274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1974-0B5B-1DF0-7BFE-50F2FEC0F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C4079-DC5F-07C1-310B-55AB283D0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3AC4-49DA-BD8D-FE79-25325896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F5541-8A10-9A78-372D-D603680C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090B0-68AE-08A3-8E3A-34A5615F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82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BB51-154D-D510-4EE3-FE12AFD05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900E-7D58-7124-379C-8D1518707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207E9-12A2-9536-E79F-A4B2C98D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25D7D-537D-B71D-47D8-441A204FE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B1B81-B5DD-FB6A-F27D-D576DA91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596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8AB6-E3BF-FD7D-012A-8C31FFA1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82855-449B-3A4B-C151-E9AE6E8D8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C5A0F-8B35-2B83-B68F-1D7483E6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D1AFD-7D07-DE4A-570B-8F241B8E1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AFA3-FD0C-B89E-B82B-6BFC92FA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69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C212-E131-5794-E3F1-93070116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2A891-E10C-B8B6-7D5D-AFE155F4B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5DB25-A5C7-6D8B-7369-C4063D5C5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889F3-24B0-E0C0-760C-8A929B0E5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7CFAA-F63D-C325-AE0B-A017BFE2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03444-23F3-65C9-9AC8-8F6A1F7F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57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4685E-52CF-F9DE-A96B-0C5F05641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495E2-AE13-6591-CF30-B42216A4A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EBE79-1F73-F422-12B0-3DF8AD443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17184-75F1-6259-0486-7084B0434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5F8EA-3DCF-BF53-AF2B-1FC73A9F5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4D578-D386-3D7E-15F5-EE81B52A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E497F-E261-876F-7501-FC54090C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EE33E-7783-2FFE-E0D1-EFBE19DF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03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D732-438E-26A2-2ADD-FEC3FC9D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E58CF4-C90B-C604-1B24-CF49C97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F820F-3519-FBC4-3840-33FCB75B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D437F-5FF9-E0D2-FF58-7682641C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29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A9BBB-0A41-C163-88BD-36026729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DC4BA-4437-7E56-7174-4ED0F2A7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BE9C3-E57E-D8CD-C1E5-6AF20097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2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E802-CB6A-5DBD-D883-8C1EF5FB8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7AB7E-8CC0-83EC-6327-1C5F575AC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C4C87-7596-281C-099E-02C1F7C93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81BE4-C04F-6156-E26A-5310B932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0D2B9-2302-3AC5-57EF-2AEE409A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93AF0-B26F-96BA-EE48-02CB81F6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530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1AAE-C6CD-B654-A24E-15688564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C95DE-EB8B-30BB-7CA7-CFA71AB79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8E6C6-1748-9436-3E76-5B7FB543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FA1C3-59C8-ED21-0570-4FB8D1D6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FA815-3287-9CA3-EFFF-E3FE50FC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F043A-EC98-1810-51D4-0E66C462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3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EC4F-C87F-8AEB-9E26-AFBB3A61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9FAEB-D8B4-911E-29DE-AF287B9C1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0AE61-AFF0-136E-E17B-AEED5185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F6E68-1029-7B53-A786-26A5BA25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6E45-3F8F-1C25-05C4-94C07EC7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61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A3BFA5-9DA1-3B4E-2AB8-752AA6585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84F290-B95E-E00C-C705-6BF14EE6D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E17D9-4054-ACF3-A363-E62E22C5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A018D-126F-0D51-FFC4-700E4127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E3859-D94E-91E8-5788-0222C302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0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36A89-74BE-9892-B523-773ADED14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C10CE-3D25-4032-CC0A-220E2238E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92E78-1FC2-B826-ECCD-52A7F2E3A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AF8C1-3A09-4DE6-A758-004E8570C6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161B8-A0D2-7F8D-CACB-1EE764916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31625-B1C5-1860-94F8-02E247230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9F20F-1379-49C7-BB5E-A9AD73CBE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5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2F4E-427F-BF25-D8AD-F9CF8F204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73" y="2651767"/>
            <a:ext cx="12277820" cy="1468705"/>
          </a:xfrm>
        </p:spPr>
        <p:txBody>
          <a:bodyPr>
            <a:noAutofit/>
          </a:bodyPr>
          <a:lstStyle/>
          <a:p>
            <a:r>
              <a:rPr lang="en-IN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DocInsight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AI: An Intelligent Document Analysis and Question Answering System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AC5C5DCD-3D01-36DF-D2F5-604F9059F072}"/>
              </a:ext>
            </a:extLst>
          </p:cNvPr>
          <p:cNvGrpSpPr/>
          <p:nvPr/>
        </p:nvGrpSpPr>
        <p:grpSpPr>
          <a:xfrm rot="-5400000">
            <a:off x="5808803" y="-5043580"/>
            <a:ext cx="809960" cy="11417182"/>
            <a:chOff x="1557128" y="-1511827"/>
            <a:chExt cx="1615743" cy="17917116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0F1990D6-8B0F-0FB4-C049-6CDBFF350158}"/>
                </a:ext>
              </a:extLst>
            </p:cNvPr>
            <p:cNvSpPr/>
            <p:nvPr/>
          </p:nvSpPr>
          <p:spPr>
            <a:xfrm>
              <a:off x="1557128" y="-1511827"/>
              <a:ext cx="1615743" cy="17917116"/>
            </a:xfrm>
            <a:custGeom>
              <a:avLst/>
              <a:gdLst/>
              <a:ahLst/>
              <a:cxnLst/>
              <a:rect l="l" t="t" r="r" b="b"/>
              <a:pathLst>
                <a:path w="3098755" h="24384000">
                  <a:moveTo>
                    <a:pt x="0" y="0"/>
                  </a:moveTo>
                  <a:lnTo>
                    <a:pt x="3098755" y="0"/>
                  </a:lnTo>
                  <a:lnTo>
                    <a:pt x="3098755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1" r="-584"/>
              </a:stretch>
            </a:blipFill>
          </p:spPr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0F6E170-72BB-21FC-6761-C97624F30DBB}"/>
              </a:ext>
            </a:extLst>
          </p:cNvPr>
          <p:cNvSpPr txBox="1"/>
          <p:nvPr/>
        </p:nvSpPr>
        <p:spPr>
          <a:xfrm>
            <a:off x="1981719" y="2190102"/>
            <a:ext cx="9556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: DSA0306 NATURAL LANGUAGE PROCESSING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0B226A-5C99-1424-ACA9-71CF1912CCC7}"/>
              </a:ext>
            </a:extLst>
          </p:cNvPr>
          <p:cNvSpPr txBox="1">
            <a:spLocks/>
          </p:cNvSpPr>
          <p:nvPr/>
        </p:nvSpPr>
        <p:spPr>
          <a:xfrm>
            <a:off x="505192" y="4812333"/>
            <a:ext cx="9219683" cy="19513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Aswanth NN 192424123</a:t>
            </a: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Vasantha Nithi D Y </a:t>
            </a:r>
            <a:r>
              <a:rPr lang="en-IN" sz="1600" dirty="0"/>
              <a:t>192424137</a:t>
            </a:r>
          </a:p>
          <a:p>
            <a:pPr algn="l"/>
            <a:r>
              <a:rPr lang="en-IN" sz="1600" dirty="0">
                <a:latin typeface="Times New Roman" panose="02020603050405020304" pitchFamily="18" charset="0"/>
              </a:rPr>
              <a:t>G </a:t>
            </a:r>
            <a:r>
              <a:rPr lang="en-IN" sz="1600" dirty="0" err="1">
                <a:latin typeface="Times New Roman" panose="02020603050405020304" pitchFamily="18" charset="0"/>
              </a:rPr>
              <a:t>Aswartha</a:t>
            </a:r>
            <a:r>
              <a:rPr lang="en-IN" sz="1600" dirty="0">
                <a:latin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</a:rPr>
              <a:t>Manidheep</a:t>
            </a:r>
            <a:r>
              <a:rPr lang="en-IN" sz="1600" dirty="0">
                <a:latin typeface="Times New Roman" panose="02020603050405020304" pitchFamily="18" charset="0"/>
              </a:rPr>
              <a:t> 192425089</a:t>
            </a:r>
          </a:p>
          <a:p>
            <a:pPr algn="l"/>
            <a:r>
              <a:rPr lang="en-IN" sz="1600" dirty="0">
                <a:latin typeface="Times New Roman" panose="02020603050405020304" pitchFamily="18" charset="0"/>
              </a:rPr>
              <a:t>Mohammed Jameel A </a:t>
            </a:r>
            <a:r>
              <a:rPr lang="en-IN" sz="1600" dirty="0"/>
              <a:t>192425057</a:t>
            </a:r>
            <a:endParaRPr lang="en-IN" sz="1600" dirty="0">
              <a:latin typeface="Times New Roman" panose="02020603050405020304" pitchFamily="18" charset="0"/>
            </a:endParaRPr>
          </a:p>
          <a:p>
            <a:pPr algn="l"/>
            <a:endParaRPr lang="en-IN" sz="1600" dirty="0"/>
          </a:p>
          <a:p>
            <a:pPr algn="l"/>
            <a:endParaRPr lang="en-IN" sz="1600" dirty="0"/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A0CE97-7FB6-4D74-ABDC-B1C2DB6AD009}"/>
              </a:ext>
            </a:extLst>
          </p:cNvPr>
          <p:cNvSpPr txBox="1"/>
          <p:nvPr/>
        </p:nvSpPr>
        <p:spPr>
          <a:xfrm>
            <a:off x="1315673" y="1685558"/>
            <a:ext cx="9556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CAPSTONE PROJECT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9C23E-8C90-82D9-8ABE-9DF1E61C3C66}"/>
              </a:ext>
            </a:extLst>
          </p:cNvPr>
          <p:cNvSpPr txBox="1"/>
          <p:nvPr/>
        </p:nvSpPr>
        <p:spPr>
          <a:xfrm>
            <a:off x="9003323" y="4812333"/>
            <a:ext cx="28311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Kumaragurubaran 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033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0ACB-7876-4E5E-2139-39CC4175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03" y="559122"/>
            <a:ext cx="10515600" cy="80379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F3B9E-4626-CB4F-84CE-8470A8F93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762" y="1494806"/>
            <a:ext cx="7604076" cy="5121161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DocInsight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document analysis system that uses Artificial Intelligence (AI) and Natural Language Processing (NLP) to process and understand documents.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multiple document formats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PDF, Word (DOCX), and scanned images (JPG/PNG)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text from scanned documents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Character Recognition (OCR)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non-editable documents searchable.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summaries, extracts key insights, and enables semantic search to help users quickly locate relevant information.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ask questions in natural language, and the system provides accurate answers based on the uploaded document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DocInsight AI Introduction Slide Visual">
            <a:extLst>
              <a:ext uri="{FF2B5EF4-FFF2-40B4-BE49-F238E27FC236}">
                <a16:creationId xmlns:a16="http://schemas.microsoft.com/office/drawing/2014/main" id="{3E244D34-1C57-BE42-E2D9-F7837049B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84" y="1995727"/>
            <a:ext cx="3912578" cy="33595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3528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82FC8-9C84-1C53-3A55-3302FB0D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051DB-A9B4-19B0-3546-303EF3A0B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17" y="1860795"/>
            <a:ext cx="7275791" cy="4351338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system that automatically extracts text from digital and scanned documents.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time required to read and understand lengthy documents by generating concise summaries.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semantic search that retrieves information based on meaning rather than exact keywords.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context-aware answers by combining document retrieval with Large Language Models (LLMs). 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document accessibility through language translation and text simplification for diverse users.</a:t>
            </a:r>
          </a:p>
        </p:txBody>
      </p:sp>
      <p:pic>
        <p:nvPicPr>
          <p:cNvPr id="5" name="Picture 4" descr="DocInsight AI Objectives Slide Visual">
            <a:extLst>
              <a:ext uri="{FF2B5EF4-FFF2-40B4-BE49-F238E27FC236}">
                <a16:creationId xmlns:a16="http://schemas.microsoft.com/office/drawing/2014/main" id="{FA62D878-EE9B-ACED-3F36-8C1BE419A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067" y="1960684"/>
            <a:ext cx="3820641" cy="27962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6501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C165-4D68-BCAB-2D70-E19CC77A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7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FB92-AB9A-3E73-9DBD-F6451AD15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708" y="1629142"/>
            <a:ext cx="10515600" cy="4059237"/>
          </a:xfrm>
        </p:spPr>
        <p:txBody>
          <a:bodyPr>
            <a:normAutofit fontScale="92500"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and students often deal with large volumes of documents that require significant time to read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Scanned documents cannot be searched directly without OCR, making information retrieval difficult.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keyword-based search frequently fails to identify relevant content when different wording is used.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document summarization is time-consuming and may overlook important information.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generally lack integrated features such as OCR, semantic search, AI-based question answering, and multilingual support.</a:t>
            </a:r>
          </a:p>
        </p:txBody>
      </p:sp>
    </p:spTree>
    <p:extLst>
      <p:ext uri="{BB962C8B-B14F-4D97-AF65-F5344CB8AC3E}">
        <p14:creationId xmlns:p14="http://schemas.microsoft.com/office/powerpoint/2010/main" val="3882460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13640-74BD-5A88-00E9-B14AD6FF1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5EBB-A681-22BA-5431-4AD73344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331" y="30357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F81A2-F069-03FA-AE76-70B67774E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331" y="1629142"/>
            <a:ext cx="10515600" cy="4059237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document tools provide features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viewing, OCR, summarization, document chat, and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capabilities vary across platforms.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PDF readers primarily focus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viewing and keyword-based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tools mainly perform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complete document intelligence.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document platforms provide features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and document question answering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may be proprietary or platform-specific.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integrates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OCR, NLP, semantic search, RAG-based Q&amp;A, translation, and simplification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one academic prototype.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Adobe Acrobat AI Assistant | Google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NotebookLM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Microsoft Copilot | ChatGPT</a:t>
            </a:r>
          </a:p>
          <a:p>
            <a:pPr marL="0" lvl="0" indent="0">
              <a:lnSpc>
                <a:spcPct val="9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52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2DE49-C797-9DAE-58D8-375CC2997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3E08-2DF8-CAAD-53E4-262609A2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331" y="30357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558BD-688B-2482-7C25-CBD2B3DB6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331" y="1629142"/>
            <a:ext cx="10357338" cy="4059237"/>
          </a:xfrm>
        </p:spPr>
        <p:txBody>
          <a:bodyPr>
            <a:normAutofit fontScale="77500" lnSpcReduction="20000"/>
          </a:bodyPr>
          <a:lstStyle/>
          <a:p>
            <a:pPr lvl="0"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Character Recognition (OCR)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text from scanned documents and images. </a:t>
            </a:r>
          </a:p>
          <a:p>
            <a:pPr lvl="0"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 to generate summaries and extract important insights. </a:t>
            </a:r>
          </a:p>
          <a:p>
            <a:pPr lvl="0"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sentence embeddings and vector databases to improve information retrieval. </a:t>
            </a:r>
          </a:p>
          <a:p>
            <a:pPr lvl="0"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Large Language Models (LLMs) for context-aware question answering. </a:t>
            </a:r>
          </a:p>
          <a:p>
            <a:pPr lvl="0"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language translation and text simplification to enhance accessibility and user understanding. </a:t>
            </a:r>
          </a:p>
          <a:p>
            <a:pPr marL="0" lvl="0" indent="0" algn="just">
              <a:lnSpc>
                <a:spcPct val="16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6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→ Text Extraction/OCR → NLP → Chunking → Embeddings → Vector DB → Semantic Search → RAG → LLM → Answer</a:t>
            </a:r>
          </a:p>
        </p:txBody>
      </p:sp>
    </p:spTree>
    <p:extLst>
      <p:ext uri="{BB962C8B-B14F-4D97-AF65-F5344CB8AC3E}">
        <p14:creationId xmlns:p14="http://schemas.microsoft.com/office/powerpoint/2010/main" val="265598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CAE9D-B1F8-420A-6219-11D134994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2195A-249D-2864-FEB0-963CA217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069"/>
            <a:ext cx="11989777" cy="627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8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DF22-3163-4437-334A-B980C902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81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Intelligent Document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5591-BEB1-A214-8B3F-00D500822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7491"/>
            <a:ext cx="10987454" cy="5052767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and validate uploaded documents (PDF, DOCX, JPG, PNG).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text from digital documents using text extraction and from scanned documents using OCR.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image enhancement and text preprocessing for better accuracy.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organize extracted text into a structured format.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processed text for further analysis.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OCR, Image Preprocessing, Text Cleaning, OpenCV,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/Tesseract</a:t>
            </a:r>
          </a:p>
        </p:txBody>
      </p:sp>
    </p:spTree>
    <p:extLst>
      <p:ext uri="{BB962C8B-B14F-4D97-AF65-F5344CB8AC3E}">
        <p14:creationId xmlns:p14="http://schemas.microsoft.com/office/powerpoint/2010/main" val="888950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604B-FF6E-6B7A-1885-FFFB35300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2180"/>
            <a:ext cx="10011508" cy="72838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Document Intelligence &amp; Insight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E45EC-C9B8-3BD4-689B-ED36D7787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5709"/>
            <a:ext cx="10855569" cy="498678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concise summaries of lengthy documents.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 keywords and key phrases.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such as people, organizations, and locations.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important insights and document topics.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processed content for semantic search.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NLP, Text Summarization, Keyword Extraction, Named Entity Recognition (NER), Hugging Face Transformers</a:t>
            </a:r>
          </a:p>
        </p:txBody>
      </p:sp>
    </p:spTree>
    <p:extLst>
      <p:ext uri="{BB962C8B-B14F-4D97-AF65-F5344CB8AC3E}">
        <p14:creationId xmlns:p14="http://schemas.microsoft.com/office/powerpoint/2010/main" val="1246991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1846B-AC71-2105-8BBA-0C3945377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31" y="268410"/>
            <a:ext cx="11482754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Semantic Search &amp; Knowledge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7624B-569B-228C-B4B2-0F5E7A65C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32" y="1804988"/>
            <a:ext cx="10638692" cy="43513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document text into vector embeddings.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embeddings in a vector database for fast retrieval.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semantic search based on the meaning of user queries.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and rank the most relevant document sections.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contextual information for the question-answering module.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Sentence Transformers, Semantic Embeddings, FAISS/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3216153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8D763-414B-B6C4-3A9E-8CDAE001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8D9BA-D83F-8DE6-E82E-E2E024C8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31" y="268410"/>
            <a:ext cx="11482754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AI-Powered Question Answering &amp; Language Assistance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6D4B5-1A9B-38D0-AE7E-48C0E05A7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32" y="1804988"/>
            <a:ext cx="10638692" cy="43513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user questions in natural language.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relevant document context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accurate, context-aware answers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document content into multiple languages.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complex text for improved readability.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Retrieval-Augmented Generation (RAG), Large Language Models (GPT/Llama),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Machine Translation</a:t>
            </a:r>
          </a:p>
        </p:txBody>
      </p:sp>
    </p:spTree>
    <p:extLst>
      <p:ext uri="{BB962C8B-B14F-4D97-AF65-F5344CB8AC3E}">
        <p14:creationId xmlns:p14="http://schemas.microsoft.com/office/powerpoint/2010/main" val="329208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48B3-9EC5-0528-56F1-2B7E5F97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7449-1738-6BC9-58BC-0DE6B0A07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31" y="268410"/>
            <a:ext cx="11482754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8F144-5ECD-D793-F288-B06A8E44F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32" y="1804988"/>
            <a:ext cx="10638692" cy="43513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processes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and scanned documents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extraction and OCR.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summaries, keywords, entities, topics, and insights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document meaning.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relevant document content for user queries.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answers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RAG and LLM.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and text simplification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3168296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EE7B8-01C1-860D-5FA2-2052DA94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F7F7-18A5-573B-8F52-CA7191FED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31" y="268410"/>
            <a:ext cx="11482754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1171C-E9DF-8E50-01A9-25FB7B430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32" y="1804988"/>
            <a:ext cx="10638692" cy="43513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DocInsight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provides an integrated approach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extraction, analysis, search, and question answering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enables the system to process both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and scanned documents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and semantic search help users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and locate relevant information efficiently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and LLMs enable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answers based on the uploaded document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and simplification further improve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and usability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document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2533165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78D8E-8D93-5D36-86CE-EAEA71F5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2A279-12C7-E806-6931-381A37213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477" y="242350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dirty="0">
                <a:latin typeface="Broadway" panose="04040905080B02020502" pitchFamily="82" charset="0"/>
              </a:rPr>
              <a:t>THANK YOU </a:t>
            </a:r>
            <a:endParaRPr lang="en-IN" sz="11500" dirty="0"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92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</TotalTime>
  <Words>935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Broadway</vt:lpstr>
      <vt:lpstr>Calibri</vt:lpstr>
      <vt:lpstr>Calibri Light</vt:lpstr>
      <vt:lpstr>Times New Roman</vt:lpstr>
      <vt:lpstr>Office Theme</vt:lpstr>
      <vt:lpstr>DocInsight AI: An Intelligent Document Analysis and Question Answering System</vt:lpstr>
      <vt:lpstr>INTRODUCTION </vt:lpstr>
      <vt:lpstr>OBJECTIVES</vt:lpstr>
      <vt:lpstr>PROBLEM STATEMENT</vt:lpstr>
      <vt:lpstr>EXISTING SYSTEM</vt:lpstr>
      <vt:lpstr>PROPOSED SYSTEM</vt:lpstr>
      <vt:lpstr>PowerPoint Presentation</vt:lpstr>
      <vt:lpstr>Module 1 – Intelligent Document Processing</vt:lpstr>
      <vt:lpstr>Module 2: Document Intelligence &amp; Insight Generation</vt:lpstr>
      <vt:lpstr>Module 3: Semantic Search &amp; Knowledge Retrieval</vt:lpstr>
      <vt:lpstr>Module 4: AI-Powered Question Answering &amp; Language Assistance</vt:lpstr>
      <vt:lpstr>Results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919442807338</dc:creator>
  <cp:lastModifiedBy>Aswanth N</cp:lastModifiedBy>
  <cp:revision>19</cp:revision>
  <dcterms:created xsi:type="dcterms:W3CDTF">2026-07-16T08:07:47Z</dcterms:created>
  <dcterms:modified xsi:type="dcterms:W3CDTF">2026-09-03T06:26:44Z</dcterms:modified>
</cp:coreProperties>
</file>